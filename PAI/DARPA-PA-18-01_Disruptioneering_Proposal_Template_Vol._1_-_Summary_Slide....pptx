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2.png" ContentType="image/png"/>
  <Override PartName="/ppt/media/image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010400" cy="9296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DA226D00-12A7-4A6D-8807-AFCB6D7CAD22}" type="slidenum"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body"/>
          </p:nvPr>
        </p:nvSpPr>
        <p:spPr>
          <a:xfrm>
            <a:off x="700920" y="4648320"/>
            <a:ext cx="5608080" cy="3950640"/>
          </a:xfrm>
          <a:prstGeom prst="rect">
            <a:avLst/>
          </a:prstGeom>
        </p:spPr>
        <p:txBody>
          <a:bodyPr lIns="93240" rIns="93240" tIns="46440" bIns="4644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3970800" y="8830080"/>
            <a:ext cx="3037320" cy="464400"/>
          </a:xfrm>
          <a:prstGeom prst="rect">
            <a:avLst/>
          </a:prstGeom>
          <a:noFill/>
          <a:ln>
            <a:noFill/>
          </a:ln>
        </p:spPr>
        <p:txBody>
          <a:bodyPr lIns="93240" rIns="93240" tIns="46440" bIns="46440" anchor="b"/>
          <a:p>
            <a:pPr algn="r">
              <a:lnSpc>
                <a:spcPct val="100000"/>
              </a:lnSpc>
            </a:pPr>
            <a:fld id="{9FA2654E-5430-416B-B388-C985CBE698CD}" type="slidenum">
              <a:rPr b="0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  <a:ea typeface="Tahoma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622520" y="151560"/>
            <a:ext cx="7140240" cy="612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622520" y="151560"/>
            <a:ext cx="7140240" cy="612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622520" y="151560"/>
            <a:ext cx="7140240" cy="612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622520" y="151560"/>
            <a:ext cx="7140240" cy="612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1622520" y="151560"/>
            <a:ext cx="7140240" cy="2839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622520" y="151560"/>
            <a:ext cx="7140240" cy="612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622520" y="151560"/>
            <a:ext cx="7140240" cy="612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622520" y="151560"/>
            <a:ext cx="7140240" cy="612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622520" y="151560"/>
            <a:ext cx="7140240" cy="612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622520" y="151560"/>
            <a:ext cx="7140240" cy="612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622520" y="151560"/>
            <a:ext cx="7140240" cy="612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pic>
        <p:nvPicPr>
          <p:cNvPr id="42" name="" descr="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43" name="" descr=""/>
          <p:cNvPicPr/>
          <p:nvPr/>
        </p:nvPicPr>
        <p:blipFill>
          <a:blip r:embed="rId3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/>
          </p:nvPr>
        </p:nvSpPr>
        <p:spPr>
          <a:xfrm>
            <a:off x="1333440" y="6550200"/>
            <a:ext cx="6476760" cy="29808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898989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DARPA-BAA-14-62    ICONS  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/>
          </p:nvPr>
        </p:nvSpPr>
        <p:spPr>
          <a:xfrm>
            <a:off x="8102520" y="6553080"/>
            <a:ext cx="761760" cy="29160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F86A4531-2A7C-4A63-81F1-51199C0C351D}" type="slidenum">
              <a:rPr b="0" lang="en-US" sz="1200" spc="-1" strike="noStrike">
                <a:solidFill>
                  <a:srgbClr val="898989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1622520" y="151560"/>
            <a:ext cx="7140240" cy="61236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  <a:ea typeface="Tahoma"/>
              </a:rPr>
              <a:t>Click to edit Master title style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3" name="Line 4"/>
          <p:cNvSpPr/>
          <p:nvPr/>
        </p:nvSpPr>
        <p:spPr>
          <a:xfrm>
            <a:off x="380880" y="839880"/>
            <a:ext cx="8381880" cy="1800"/>
          </a:xfrm>
          <a:prstGeom prst="line">
            <a:avLst/>
          </a:prstGeom>
          <a:ln w="22320">
            <a:solidFill>
              <a:srgbClr val="0f5e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Line 5"/>
          <p:cNvSpPr/>
          <p:nvPr/>
        </p:nvSpPr>
        <p:spPr>
          <a:xfrm flipH="1">
            <a:off x="4572000" y="841680"/>
            <a:ext cx="12600" cy="5708160"/>
          </a:xfrm>
          <a:prstGeom prst="line">
            <a:avLst/>
          </a:prstGeom>
          <a:ln w="3168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Line 6"/>
          <p:cNvSpPr/>
          <p:nvPr/>
        </p:nvSpPr>
        <p:spPr>
          <a:xfrm>
            <a:off x="380880" y="3657600"/>
            <a:ext cx="8458200" cy="360"/>
          </a:xfrm>
          <a:prstGeom prst="line">
            <a:avLst/>
          </a:prstGeom>
          <a:ln w="3168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CustomShape 7"/>
          <p:cNvSpPr/>
          <p:nvPr/>
        </p:nvSpPr>
        <p:spPr>
          <a:xfrm>
            <a:off x="1389960" y="893520"/>
            <a:ext cx="198072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CONCEPT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CustomShape 8"/>
          <p:cNvSpPr/>
          <p:nvPr/>
        </p:nvSpPr>
        <p:spPr>
          <a:xfrm>
            <a:off x="932760" y="3657600"/>
            <a:ext cx="289512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IMPACT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CustomShape 9"/>
          <p:cNvSpPr/>
          <p:nvPr/>
        </p:nvSpPr>
        <p:spPr>
          <a:xfrm>
            <a:off x="5087880" y="3675960"/>
            <a:ext cx="32954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CONTEXT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" name="CustomShape 10"/>
          <p:cNvSpPr/>
          <p:nvPr/>
        </p:nvSpPr>
        <p:spPr>
          <a:xfrm>
            <a:off x="4693680" y="933480"/>
            <a:ext cx="39088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APPROACH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8102520" y="6553080"/>
            <a:ext cx="761760" cy="29160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2AC5900C-1F78-4859-AFD3-3D999020D7D2}" type="slidenum">
              <a:rPr b="0" lang="en-US" sz="1200" spc="-1" strike="noStrike">
                <a:solidFill>
                  <a:srgbClr val="898989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0" name="TextShape 2"/>
          <p:cNvSpPr txBox="1"/>
          <p:nvPr/>
        </p:nvSpPr>
        <p:spPr>
          <a:xfrm>
            <a:off x="406440" y="162720"/>
            <a:ext cx="5471280" cy="61236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  <a:ea typeface="ＭＳ Ｐゴシック"/>
              </a:rPr>
              <a:t>Squeezenets: Quantifiable Learning Acceleration Via Deep Knowledge Integration</a:t>
            </a: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  <a:ea typeface="ＭＳ Ｐゴシック"/>
              </a:rPr>
              <a:t>
</a:t>
            </a: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  <a:ea typeface="ＭＳ Ｐゴシック"/>
              </a:rPr>
              <a:t>
</a:t>
            </a: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  <a:ea typeface="ＭＳ Ｐゴシック"/>
              </a:rPr>
              <a:t>University of Chicago PI Ishanu Chattopadhyay</a:t>
            </a: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  <a:ea typeface="ＭＳ Ｐゴシック"/>
              </a:rPr>
              <a:t>
</a:t>
            </a:r>
            <a:r>
              <a:rPr b="0" lang="en-US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  <a:ea typeface="ＭＳ Ｐゴシック"/>
              </a:rPr>
              <a:t>Autonomous Therapaeutics  Ariel Weinberger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ahoma"/>
            </a:endParaRPr>
          </a:p>
        </p:txBody>
      </p:sp>
      <p:sp>
        <p:nvSpPr>
          <p:cNvPr id="51" name="CustomShape 3"/>
          <p:cNvSpPr/>
          <p:nvPr/>
        </p:nvSpPr>
        <p:spPr>
          <a:xfrm>
            <a:off x="500040" y="1195560"/>
            <a:ext cx="3889080" cy="225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2720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TBD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CustomShape 4"/>
          <p:cNvSpPr/>
          <p:nvPr/>
        </p:nvSpPr>
        <p:spPr>
          <a:xfrm>
            <a:off x="490680" y="3953160"/>
            <a:ext cx="3955680" cy="2447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Despite tremendous success of deep learning technology in many applications, adoption in new domains have been slow. Current approaches suffer from immense sample complexity, lack of robustness, lack of generativity.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The proposed research will address these key issues, resulting in a deep learning prototype architecture that adaptively learns the network topolgy, with optimal integration of prior knowledge.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	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CustomShape 5"/>
          <p:cNvSpPr/>
          <p:nvPr/>
        </p:nvSpPr>
        <p:spPr>
          <a:xfrm>
            <a:off x="4705560" y="1198440"/>
            <a:ext cx="4133160" cy="1581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We propose a fundamentally novel approach to adaptively design the topology of the deep learning architecture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that simultaneously addresses the fundamental challenges of sample complexity and lack of generativity.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CustomShape 6"/>
          <p:cNvSpPr/>
          <p:nvPr/>
        </p:nvSpPr>
        <p:spPr>
          <a:xfrm>
            <a:off x="4705560" y="3973320"/>
            <a:ext cx="3955680" cy="2447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Standard deep learning architectures often use static oligopolies, and are too complex in their connectivities to allow training with realistic sample sizes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	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7"/>
          <p:cNvSpPr txBox="1"/>
          <p:nvPr/>
        </p:nvSpPr>
        <p:spPr>
          <a:xfrm>
            <a:off x="6146280" y="100080"/>
            <a:ext cx="2908080" cy="6148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DARPA-PA-18-01 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Disruptioneering</a:t>
            </a:r>
            <a:endParaRPr b="0"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6" name="CustomShape 8"/>
          <p:cNvSpPr/>
          <p:nvPr/>
        </p:nvSpPr>
        <p:spPr>
          <a:xfrm>
            <a:off x="1599480" y="6474960"/>
            <a:ext cx="6049080" cy="29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/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Source Selection Information</a:t>
            </a:r>
            <a:endParaRPr b="0" lang="en-US" sz="9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2282</TotalTime>
  <Application>LibreOffice/5.0.6.2$Linux_X86_64 LibreOffice_project/00$Build-2</Application>
  <Paragraphs>14</Paragraphs>
  <Company>Wyle Information Systems - DARPA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2012-01-24T15:16:44Z</dcterms:created>
  <dc:creator>Emily VanSice</dc:creator>
  <dc:language>en-US</dc:language>
  <cp:lastModifiedBy>Ishanu Chattopadhyay</cp:lastModifiedBy>
  <cp:lastPrinted>2011-09-22T20:00:03Z</cp:lastPrinted>
  <dcterms:modified xsi:type="dcterms:W3CDTF">2018-07-31T14:10:44Z</dcterms:modified>
  <cp:revision>90</cp:revision>
  <dc:title>Program Name (Acronym) Office/PM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Wyle Information Systems - DARPA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On-screen Show (4:3)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</vt:i4>
  </property>
</Properties>
</file>